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age_研究背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age_方法框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age_主要结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